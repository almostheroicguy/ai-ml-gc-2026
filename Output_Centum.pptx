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7799.4</c:v>
                </c:pt>
                <c:pt idx="1">
                  <c:v>9229.69</c:v>
                </c:pt>
                <c:pt idx="2">
                  <c:v>10908.2</c:v>
                </c:pt>
                <c:pt idx="3">
                  <c:v>11554.17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Key Investment Theme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a diversified Indian electronics company specializing in high-technology solutions for defense, aerospace, and space sectors, with a strong focus on customized product design and manufacturing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Proven track record in delivering mission-critical electronics and passenger information systems.</a:t>
            </a:r>
          </a:p>
        </p:txBody>
      </p:sp>
      <p:pic>
        <p:nvPicPr>
          <p:cNvPr id="9" name="Picture 8" descr="temp_Centum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5669280" y="4206240"/>
            <a:ext cx="301752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900" b="1">
                <a:solidFill>
                  <a:srgbClr val="0A193C"/>
                </a:solidFill>
                <a:latin typeface="Arial"/>
              </a:defRPr>
            </a:pPr>
            <a:r>
              <a:t>KEY CERTIFICATIONS</a:t>
            </a:r>
          </a:p>
          <a:p>
            <a:pPr>
              <a:defRPr sz="900" b="0">
                <a:solidFill>
                  <a:srgbClr val="228B22"/>
                </a:solidFill>
                <a:latin typeface="Arial"/>
              </a:defRPr>
            </a:pPr>
            <a:r>
              <a:t>✓ with ISO/IEC 27001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11554.17 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967.11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548640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3C"/>
                </a:solidFill>
                <a:latin typeface="Arial"/>
              </a:defRPr>
            </a:pPr>
            <a:r>
              <a:t>Revenue Trajectory (INR Cr)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383280" y="1828800"/>
          <a:ext cx="51206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ight Arrow 11"/>
          <p:cNvSpPr/>
          <p:nvPr/>
        </p:nvSpPr>
        <p:spPr>
          <a:xfrm>
            <a:off x="4114800" y="2286000"/>
            <a:ext cx="1371600" cy="36576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CAGR: 14.0%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Strong Order Book of ₹1303 crore as of September 30,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Expanding capabilities in high-margin built-to-suit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Diversified clientele including ISRO and DRDO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Global presence across North America, Europe, and Asia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