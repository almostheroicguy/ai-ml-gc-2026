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PROJECT X |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3C"/>
                </a:solidFill>
                <a:latin typeface="Arial"/>
              </a:defRPr>
            </a:pPr>
            <a:r>
              <a:t>Investment Thesis</a:t>
            </a:r>
          </a:p>
          <a:p>
            <a:pPr>
              <a:spcBef>
                <a:spcPts val="600"/>
              </a:spcBef>
              <a:defRPr sz="1200" b="0">
                <a:solidFill>
                  <a:srgbClr val="282828"/>
                </a:solidFill>
                <a:latin typeface="Arial"/>
              </a:defRPr>
            </a:pPr>
            <a:r>
              <a:t>Project X is transforming the cinematic experience with premium, affordable entertainment, backed by strong financial performance and ambitious market expansion plans.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Project X's total income surged by 59% to ₹96.78 crores in FY25 from ₹60.83 crores in FY24, with PAT experiencing a remarkable 365% growth, rising from ₹4.09 crores to ₹19.01 crores over the same period.</a:t>
            </a:r>
          </a:p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The Indian entertainment &amp; media industry is expected to reach INR 412656 Cr by 2025 at a 10.75% CAGR, indicating significant market growth opportunities for Project X.</a:t>
            </a:r>
          </a:p>
        </p:txBody>
      </p:sp>
      <p:pic>
        <p:nvPicPr>
          <p:cNvPr id="9" name="Picture 8" descr="temp_Connplex Cinemas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11680"/>
            <a:ext cx="3017520" cy="201168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57200" y="5394960"/>
            <a:ext cx="8229600" cy="9144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GLOBAL REACH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45+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INDUSTRY RANK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Top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WORKFORCE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500+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FINANCIAL &amp; OPERATIONAL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REVENUE (LATEST)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959.9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EBITDA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262.5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KEY INVESTMENT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Demonstrates strong financial growth with total income up 59% and PAT up 365% in FY25, alongside a 69% YoY growth in viewers for H1 FY26.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Achieved an impressive Return on Equity (ROE) of 77% in March 2025 and a PAT Margin of 19.04% in 2025, reflecting efficient equity utilization.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Operates across a substantial network of 150 multiplex locations, featuring an average of 12 screens per multiplex, and recorded 25 million total annual admissions.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