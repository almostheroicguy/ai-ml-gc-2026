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PROJECT X |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193C"/>
                </a:solidFill>
                <a:latin typeface="Arial"/>
              </a:defRPr>
            </a:pPr>
            <a:r>
              <a:t>Investment Thesis</a:t>
            </a:r>
          </a:p>
          <a:p>
            <a:pPr>
              <a:spcBef>
                <a:spcPts val="600"/>
              </a:spcBef>
              <a:defRPr sz="1200" b="0">
                <a:solidFill>
                  <a:srgbClr val="282828"/>
                </a:solidFill>
                <a:latin typeface="Arial"/>
              </a:defRPr>
            </a:pPr>
            <a:r>
              <a:t>Project X is a leading Indian logistics and supply chain management company with over 30 years of experience, specializing in express distribution, warehousing, and transportation solutions, leveraging advanced technology and committed to sustainability.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•  Leading logistics provider in India covering 99% of districts with ambitious plans to be a top-three player in express logistics, within a sector projected to grow at a ~14% CAGR.</a:t>
            </a:r>
          </a:p>
          <a:p>
            <a:pPr>
              <a:spcAft>
                <a:spcPts val="1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•  Leveraging advanced technology for real-time tracking, driving operational efficiency, and committed to sustainability through initiatives like 500+ alternate fuel vehicles and 25,310 tons of CO2 emissions saved.</a:t>
            </a:r>
          </a:p>
          <a:p>
            <a:pPr>
              <a:spcAft>
                <a:spcPts val="12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t>•  Demonstrated recent financial improvements with a remarkable Q3 EBITDA margin growth to 5.5% and a significant quarterly net profit increase.</a:t>
            </a:r>
          </a:p>
        </p:txBody>
      </p:sp>
      <p:pic>
        <p:nvPicPr>
          <p:cNvPr id="9" name="Picture 8" descr="temp_Gati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11680"/>
            <a:ext cx="3017520" cy="201168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10" name="Rectangle 9"/>
          <p:cNvSpPr/>
          <p:nvPr/>
        </p:nvSpPr>
        <p:spPr>
          <a:xfrm>
            <a:off x="457200" y="5394960"/>
            <a:ext cx="8229600" cy="9144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GLOBAL REACH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45+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INDUSTRY RANK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Top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486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C8C8C8"/>
                </a:solidFill>
                <a:latin typeface="Arial"/>
              </a:defRPr>
            </a:pPr>
            <a:r>
              <a:t>WORKFORCE</a:t>
            </a:r>
          </a:p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500+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FINANCIAL &amp; OPERATIONAL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REVENUE (LATEST)</a:t>
            </a:r>
          </a:p>
          <a:p>
            <a:pPr>
              <a:spcBef>
                <a:spcPts val="1000"/>
              </a:spcBef>
              <a:defRPr sz="2200" b="1">
                <a:solidFill>
                  <a:srgbClr val="0A193C"/>
                </a:solidFill>
                <a:latin typeface="Arial"/>
              </a:defRPr>
            </a:pPr>
            <a:r>
              <a:t>INR 15,100.1 M (2025)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2286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6464"/>
                </a:solidFill>
                <a:latin typeface="Arial"/>
              </a:defRPr>
            </a:pPr>
            <a:r>
              <a:t>EBITDA</a:t>
            </a:r>
          </a:p>
          <a:p>
            <a:pPr>
              <a:spcBef>
                <a:spcPts val="1000"/>
              </a:spcBef>
              <a:defRPr sz="2200" b="1">
                <a:solidFill>
                  <a:srgbClr val="0A193C"/>
                </a:solidFill>
                <a:latin typeface="Arial"/>
              </a:defRPr>
            </a:pPr>
            <a:r>
              <a:t>INR 645.1 M (2025)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54864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KEY INVESTMENT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13716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646464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5379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64646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Growth opportunities within the express logistics sector (14% CAGR) and Project X's strategic expansion plans.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37160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Improving profitability evidenced by a significant increase in EBITDA margin to 5.5%.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40233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0" lIns="182880" rIns="182880"/>
          <a:lstStyle/>
          <a:p>
            <a:pPr algn="ctr">
              <a:defRPr sz="1200" b="0">
                <a:solidFill>
                  <a:srgbClr val="282828"/>
                </a:solidFill>
                <a:latin typeface="Arial"/>
              </a:defRPr>
            </a:pPr>
            <a:r>
              <a:t>Extensive operational scale with over 30 years of experience, 344 million packages delivered, and a reach across 99% of India's districts.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solidFill>
            <a:srgbClr val="DC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