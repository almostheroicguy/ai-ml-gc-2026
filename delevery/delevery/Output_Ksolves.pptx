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PROJECT X |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3C"/>
                </a:solidFill>
                <a:latin typeface="Arial"/>
              </a:defRPr>
            </a:pPr>
            <a:r>
              <a:t>Investment Thesis</a:t>
            </a:r>
          </a:p>
          <a:p>
            <a:pPr>
              <a:spcBef>
                <a:spcPts val="600"/>
              </a:spcBef>
              <a:defRPr sz="1200" b="0">
                <a:solidFill>
                  <a:srgbClr val="282828"/>
                </a:solidFill>
                <a:latin typeface="Arial"/>
              </a:defRPr>
            </a:pPr>
            <a:r>
              <a:t>Project X is a rapidly growing B2B software development and IT services company specializing in AI/ML, Big Data, and Salesforce, with a strong global presence and strategic partnerships.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Project X is a leading software development company offering specialized solutions in AI/ML, Big Data, Salesforce, and DevOps, recognized as a Salesforce Summit (Platinum) Partner and Odoo Best Partner India 2025 [81dc2097, 1cf809da].</a:t>
            </a:r>
          </a:p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Demonstrates strong revenue growth, with FY25 revenue increasing 26% YoY, backed by an expanding global footprint and a diverse client base across 30+ countries [ebcb9b25, 0f18dd32].</a:t>
            </a:r>
          </a:p>
        </p:txBody>
      </p:sp>
      <p:pic>
        <p:nvPicPr>
          <p:cNvPr id="9" name="Picture 8" descr="temp_Ksolves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3017520" cy="201168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57200" y="5394960"/>
            <a:ext cx="8229600" cy="9144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GLOBAL REACH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45+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INDUSTRY RANK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Top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WORKFORCE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500+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FINANCIAL &amp; OPERATIONAL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REVENUE (LATEST)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1374.3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EBITDA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488.9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KEY INVESTMENT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Robust revenue growth, expanding product portfolio (e.g., DFM, Dashboard Ninja), and a favorable market outlook for India's IT services market [ebcb9b25, 0f18dd32, dcfdb273].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Solid operational profitability with 2025 EBITDA of 488.9, despite recent net profit margin fluctuations, presenting optimization opportunities [bd66b8ca, b3b375c6].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Extensive global reach with delivery centers in India, USA, and UAE, a large skilled workforce, and high-level strategic partnerships like Salesforce Summit (Platinum) Partner [0f18dd32, 715b9d85, 81dc2097].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